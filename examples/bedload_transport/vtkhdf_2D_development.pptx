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47B7F-A3A5-4E49-A63E-F444F5C0A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9A9C4-00AB-4771-9E49-4873527FD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ECC2B-04A8-4B60-8AE6-7EA79E985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032C8-6FCD-45CC-A208-65FF803E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C029-2281-4AD6-8C32-4ED9AC56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0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229A-B345-4856-94F4-2E7E1FF6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4F66-EC27-4DB9-B470-08269DA72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7C555-3E6A-4B5E-B7B1-A2800733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995C8-F6A7-40A8-93D4-E888671B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C1322-D0AD-403E-A27A-A6FD820F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419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529E-CEA9-4330-BC67-73E978B7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1ABAC-6E5C-49D7-935D-F98F24BDC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C7-77AC-4E66-81F7-A5269BE0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4EB66-31C5-4CCB-B7E8-FD5BBD3C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E42A8-481E-4BC0-88E1-312AFD76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52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94C9-C257-476F-B53B-F710E71A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372FC-5BB8-4127-92B2-BF7F5580D3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D1388-F58A-4A21-94D7-25463287A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B97ED-59E4-45FB-BAF8-1EC62A94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0C5A4-88DE-44E7-AECC-58B35D69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2BE17-D239-45AE-9C56-DBAAEDE4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752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5B04-5A09-4A50-9531-C958381E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D46C7-D7B4-499D-8DFB-B11FCD94E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39079-2ACB-4BFC-8743-CBBFBB9C4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D301B-1571-4560-A0E9-50309FD68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14098-067E-4952-9671-7B2E504D54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FFBC-5074-4F5E-8FB5-D3465EDC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8DFAE-ED2F-4AFB-AC1A-293119B9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6A3C2C-F237-4A4A-B320-78B0F64B0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7329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73C4-AB7C-493F-87F4-F619B71C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FB48A-980D-4360-B3E8-B43E15AAE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664EF-F4F4-4FB8-B0DB-698FFBAF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313C3-DE30-4BB2-8C54-E83120819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72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DDBE2-F209-486D-906D-6A14BC80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7FB05-269E-455E-BFF6-0AF27D3C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C9EFE-6423-4763-A2B8-1BEAC318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22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FAAF8-CD16-4967-9E5E-8B8F68026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2931-D2C8-456B-8741-282AFDBB0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13FFF-D75B-48C1-BD3F-188C2F527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FB1BB-24CC-4680-A3D0-8FAEA81D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AB878-8A81-40AA-A58F-E8913C22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7CE5C-1397-4363-9A43-6E85400F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221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2DA8-9E41-49A9-85D3-48834F5C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49A0D-2C13-42EE-9EC7-2B617D198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3F5DD-F396-471C-9FB4-5C4FA2198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FDA96-DA17-4DF7-BE8D-E9D57AA91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2374C-219D-4181-A31F-B1351760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91662-0B64-4F10-8C35-6B05F54F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32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6DFD-1B75-4B37-9BBC-A9231F499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22349-4D36-4269-BDA9-36B42BD1B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A6A96-1DF7-4844-A628-0BAEA17B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179B4-EAB9-435E-9F51-D27C3047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E42F2-9B03-4B1A-BBB6-BE50CBBE1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05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9D1BA1-C834-4FCA-BE4F-40F9854A8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DA3FC-532C-4BA7-B408-9C964CF77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52837-DD8D-45F4-8A86-A22F0735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4481F-FDF1-4573-B38C-CB335F0A7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61FD4-5D3B-46FD-AA1A-F436C287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95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6D9AFD-0B66-4BAE-847A-DA4643D2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02B10-F9D1-4CD0-A71F-2812D9B3F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30EE-87EE-4185-A395-43745A0A4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AD66C-9A4F-434D-BF6A-A1A90A810337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C16DB-3491-4F29-ADF3-C4A1E1A46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14112-D8F7-438E-8198-C9433D3C3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59674-551F-4C8B-ACB6-BF5B5AEE77B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18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4A62-CDC8-4ED2-831F-FB71D6EB3A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DA3A2-8882-45CD-BBBD-7FDA1BDEEF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28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A024-977F-4BA8-B78C-12766080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5" y="293574"/>
            <a:ext cx="9471212" cy="791323"/>
          </a:xfrm>
        </p:spPr>
        <p:txBody>
          <a:bodyPr>
            <a:normAutofit/>
          </a:bodyPr>
          <a:lstStyle/>
          <a:p>
            <a:r>
              <a:rPr lang="en-GB" dirty="0"/>
              <a:t>Volume fraction (2D </a:t>
            </a:r>
            <a:r>
              <a:rPr lang="en-GB" dirty="0" err="1"/>
              <a:t>vtkhdf</a:t>
            </a:r>
            <a:r>
              <a:rPr lang="en-GB" dirty="0"/>
              <a:t> file writer)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3E65FF-7FCF-4D2A-A216-FAB9A81070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014" y="1297920"/>
            <a:ext cx="5621694" cy="242895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6E36BB-6BE9-4732-8E1F-7E0709D2F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14" y="3890681"/>
            <a:ext cx="5645326" cy="23419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518A07-FE5C-4CCE-A516-C253D6E4C6DA}"/>
              </a:ext>
            </a:extLst>
          </p:cNvPr>
          <p:cNvSpPr txBox="1"/>
          <p:nvPr/>
        </p:nvSpPr>
        <p:spPr>
          <a:xfrm>
            <a:off x="6427694" y="2232212"/>
            <a:ext cx="16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Slice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EF3C7-FDBB-4DCD-9595-4B8F396D359E}"/>
              </a:ext>
            </a:extLst>
          </p:cNvPr>
          <p:cNvSpPr txBox="1"/>
          <p:nvPr/>
        </p:nvSpPr>
        <p:spPr>
          <a:xfrm>
            <a:off x="6427694" y="4975412"/>
            <a:ext cx="16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Slice 1</a:t>
            </a:r>
          </a:p>
        </p:txBody>
      </p:sp>
    </p:spTree>
    <p:extLst>
      <p:ext uri="{BB962C8B-B14F-4D97-AF65-F5344CB8AC3E}">
        <p14:creationId xmlns:p14="http://schemas.microsoft.com/office/powerpoint/2010/main" val="519313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DCBB-EEBB-4690-9B71-CBFE7965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55" y="224771"/>
            <a:ext cx="10515600" cy="782357"/>
          </a:xfrm>
        </p:spPr>
        <p:txBody>
          <a:bodyPr/>
          <a:lstStyle/>
          <a:p>
            <a:r>
              <a:rPr lang="en-GB" dirty="0"/>
              <a:t>Volume fraction (3D </a:t>
            </a:r>
            <a:r>
              <a:rPr lang="en-GB" dirty="0" err="1"/>
              <a:t>vtkhdf</a:t>
            </a:r>
            <a:r>
              <a:rPr lang="en-GB" dirty="0"/>
              <a:t> file writer)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BADF25-5D15-4DC4-BFBE-B0B573C28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702" y="1106015"/>
            <a:ext cx="5723945" cy="23767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82D149-513D-42B9-8B7A-43A589D6D7FA}"/>
              </a:ext>
            </a:extLst>
          </p:cNvPr>
          <p:cNvSpPr txBox="1"/>
          <p:nvPr/>
        </p:nvSpPr>
        <p:spPr>
          <a:xfrm>
            <a:off x="6580094" y="1925069"/>
            <a:ext cx="164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Slice 0 (z=0)</a:t>
            </a:r>
          </a:p>
        </p:txBody>
      </p:sp>
    </p:spTree>
    <p:extLst>
      <p:ext uri="{BB962C8B-B14F-4D97-AF65-F5344CB8AC3E}">
        <p14:creationId xmlns:p14="http://schemas.microsoft.com/office/powerpoint/2010/main" val="166798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D445-136C-4F4D-9553-FCE317785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Volume fraction (2D </a:t>
            </a:r>
            <a:r>
              <a:rPr lang="en-GB" dirty="0" err="1"/>
              <a:t>vtkhdf</a:t>
            </a:r>
            <a:r>
              <a:rPr lang="en-GB" dirty="0"/>
              <a:t> file writer)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73617-4B24-4A52-8ACE-9DBE411099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161" y="1870538"/>
            <a:ext cx="7906853" cy="3400900"/>
          </a:xfrm>
        </p:spPr>
      </p:pic>
    </p:spTree>
    <p:extLst>
      <p:ext uri="{BB962C8B-B14F-4D97-AF65-F5344CB8AC3E}">
        <p14:creationId xmlns:p14="http://schemas.microsoft.com/office/powerpoint/2010/main" val="3694047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35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Volume fraction (2D vtkhdf file writer)</vt:lpstr>
      <vt:lpstr>Volume fraction (3D vtkhdf file writer)</vt:lpstr>
      <vt:lpstr>Volume fraction (2D vtkhdf file writer)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Elijas Parra</dc:creator>
  <cp:lastModifiedBy>Claudia Elijas Parra</cp:lastModifiedBy>
  <cp:revision>3</cp:revision>
  <dcterms:created xsi:type="dcterms:W3CDTF">2026-01-13T08:56:10Z</dcterms:created>
  <dcterms:modified xsi:type="dcterms:W3CDTF">2026-01-13T10:58:09Z</dcterms:modified>
</cp:coreProperties>
</file>